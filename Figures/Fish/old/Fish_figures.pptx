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F50C-C6D5-AF07-4D33-31C824C49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2CCFB-C2AD-E83D-827F-F56EC6DA7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F9CEA-9756-2706-1047-93CAA7F8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84689-01CF-9A6D-C351-BF3575E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FDB1A-89E5-BE70-A6F5-196C0661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0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6209-954F-C736-51DA-04E11F8B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3561-3CD0-A4F0-270D-D134341E3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013C3-AE63-2D47-BFFA-8988CFD2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0C361-97C0-DF54-1553-6847346F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C7165-BC84-9D8B-DCDB-0FC35C67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57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FE8F-BCBE-7A30-385C-579EB046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33387-513C-BD59-E94F-CBF3A1280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4ACC-8F67-16A7-BCFB-5005DAEF6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CCF15-BB95-7915-8309-C2699B21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24619-FD9A-8B7F-2304-E2E0C735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3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4B38-2FBD-0D6A-3C18-3426CE0E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6C7E-8738-3E07-7493-0BA9E7819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3167C-8E83-4F64-E703-5546732A2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02C2E-4CC9-8E9D-0BB1-9D882403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0297C-9A1D-BA24-C9BB-5758528A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B2600-F7E5-4DB4-A835-F046A660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3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37D6-F0AB-8163-8804-918FCE463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F5D88-67FA-B3B2-A04D-AE0A320ED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4746A-C56D-A266-0BC9-4851968C2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734D6-F35D-13F1-2BB2-3624853FE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83712-3CBB-4BF2-2759-D69954980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828E8-B67B-A593-A7AA-4DC502A54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FFBCE-2875-173B-FE9E-5EA2BFC6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AB5A5-DD4C-745E-7045-2E5B444C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83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D06F-E493-B24D-0FE5-B451AEC5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90D45-C879-C202-3D09-CF7C7ACD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A71F7-288E-1CB6-862B-0C328251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65720-DFB0-74A0-C2B2-6ED271E4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F9D33-D94A-28F0-D691-D6807E7C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302E-2235-1141-4755-4669A52F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31637-50B8-DBB7-3D31-F5143570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8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2FEC-B870-6888-C0CD-C8B8A318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B7D36-3616-AF3F-A95E-D81B7147B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5ACF4-6A25-A304-A653-9E5346769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DAB75-8729-C3CE-A24C-63887567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BA38F-1F35-156D-348E-45E6F087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AC6E0-529B-9491-D2DC-EB42022A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6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2BDFB-7C90-FD5D-E752-D20EDE35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EFFA00-795C-FF86-2F52-11B7775C4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F3B97-A725-6233-DF59-2F323184F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72344-926F-F056-0DCA-712FB80DF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0824D-AEC2-E824-002C-E06B8ACC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65786-F121-4DDC-E262-57FB3675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4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F6DF-DBE4-C591-6346-EBF33B5CE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46A1D-76B7-B7A0-77CD-73705D4F5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43A1F-C871-15ED-BB9C-545189889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90BB3-9603-9E91-C08C-6F978C77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1E1ED-B8AD-65FF-26EC-48256F71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49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6B956-D757-C995-14C8-FBE9447C2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EF93D-15B3-DD26-C817-6C29FB2CE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F6971-AC0F-77F0-DC79-87EA77C6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B6DAD-34D5-3AAF-A540-82DB686F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5FA-C475-DA9B-B7F9-AC5BE69C7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6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2812FD-9F83-B72D-19C7-8E1F8051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4C086-DDF3-29D7-71BB-01DB02552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DF69-F3E4-7B97-06F3-4420CE3CC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3ECF5-3E10-413C-9997-F8376F8FA1B0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309D-9CA7-92B9-85EF-E94771FEC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A2CB0-73AC-FE2E-68AE-CE9D330D7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559A7-1010-4553-B516-5D7A04B3B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4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C7A77E2-EAB0-D60A-D344-65DF0685986D}"/>
              </a:ext>
            </a:extLst>
          </p:cNvPr>
          <p:cNvSpPr/>
          <p:nvPr/>
        </p:nvSpPr>
        <p:spPr>
          <a:xfrm>
            <a:off x="6248400" y="457200"/>
            <a:ext cx="5943600" cy="5943600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535C8B9-3BF2-9F72-DE00-60B211CFB653}"/>
              </a:ext>
            </a:extLst>
          </p:cNvPr>
          <p:cNvSpPr/>
          <p:nvPr/>
        </p:nvSpPr>
        <p:spPr>
          <a:xfrm>
            <a:off x="216408" y="457200"/>
            <a:ext cx="5943600" cy="5943600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E5300E-42D2-97B8-8193-C8B6A035A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44" y="1437262"/>
            <a:ext cx="5394929" cy="3599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0DA127-3C78-5B1A-C155-CFE83A964F2D}"/>
              </a:ext>
            </a:extLst>
          </p:cNvPr>
          <p:cNvSpPr txBox="1"/>
          <p:nvPr/>
        </p:nvSpPr>
        <p:spPr>
          <a:xfrm>
            <a:off x="2024973" y="4744302"/>
            <a:ext cx="23264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Black Sea Bass</a:t>
            </a:r>
          </a:p>
          <a:p>
            <a:pPr algn="ctr"/>
            <a:r>
              <a:rPr lang="en-US" b="0" i="1" dirty="0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(</a:t>
            </a:r>
            <a:r>
              <a:rPr lang="en-US" b="0" i="1" dirty="0" err="1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Centropristis</a:t>
            </a:r>
            <a:r>
              <a:rPr lang="en-US" b="0" i="1" dirty="0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 striata)</a:t>
            </a:r>
            <a:endParaRPr lang="en-US" dirty="0"/>
          </a:p>
        </p:txBody>
      </p:sp>
      <p:pic>
        <p:nvPicPr>
          <p:cNvPr id="8" name="Picture 7" descr="A brown and white fish&#10;&#10;Description automatically generated">
            <a:extLst>
              <a:ext uri="{FF2B5EF4-FFF2-40B4-BE49-F238E27FC236}">
                <a16:creationId xmlns:a16="http://schemas.microsoft.com/office/drawing/2014/main" id="{C0C9B3B6-0938-2AC1-BB23-2321C6C38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28444" y="1813602"/>
            <a:ext cx="5383512" cy="27187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308D98-B7FC-BAE9-C853-677A73401834}"/>
              </a:ext>
            </a:extLst>
          </p:cNvPr>
          <p:cNvSpPr txBox="1"/>
          <p:nvPr/>
        </p:nvSpPr>
        <p:spPr>
          <a:xfrm>
            <a:off x="7584175" y="4680294"/>
            <a:ext cx="32720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American Plaice</a:t>
            </a:r>
          </a:p>
          <a:p>
            <a:pPr algn="ctr"/>
            <a:r>
              <a:rPr lang="en-US" b="0" i="1" dirty="0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(</a:t>
            </a:r>
            <a:r>
              <a:rPr lang="en-US" b="0" i="1" dirty="0" err="1">
                <a:solidFill>
                  <a:srgbClr val="727678"/>
                </a:solidFill>
                <a:effectLst/>
                <a:latin typeface="Open Sans" panose="020B0606030504020204" pitchFamily="34" charset="0"/>
              </a:rPr>
              <a:t>Hippoglossoides</a:t>
            </a:r>
            <a:r>
              <a:rPr lang="en-US" b="0" i="1" dirty="0">
                <a:solidFill>
                  <a:srgbClr val="727678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1" dirty="0" err="1">
                <a:solidFill>
                  <a:srgbClr val="727678"/>
                </a:solidFill>
                <a:effectLst/>
                <a:latin typeface="Open Sans" panose="020B0606030504020204" pitchFamily="34" charset="0"/>
              </a:rPr>
              <a:t>platessoides</a:t>
            </a:r>
            <a:r>
              <a:rPr lang="en-US" b="0" i="1" dirty="0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54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C7A77E2-EAB0-D60A-D344-65DF0685986D}"/>
              </a:ext>
            </a:extLst>
          </p:cNvPr>
          <p:cNvSpPr/>
          <p:nvPr/>
        </p:nvSpPr>
        <p:spPr>
          <a:xfrm>
            <a:off x="6257544" y="475488"/>
            <a:ext cx="5943600" cy="5943600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535C8B9-3BF2-9F72-DE00-60B211CFB653}"/>
              </a:ext>
            </a:extLst>
          </p:cNvPr>
          <p:cNvSpPr/>
          <p:nvPr/>
        </p:nvSpPr>
        <p:spPr>
          <a:xfrm>
            <a:off x="216408" y="457200"/>
            <a:ext cx="5943600" cy="5943600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DA127-3C78-5B1A-C155-CFE83A964F2D}"/>
              </a:ext>
            </a:extLst>
          </p:cNvPr>
          <p:cNvSpPr txBox="1"/>
          <p:nvPr/>
        </p:nvSpPr>
        <p:spPr>
          <a:xfrm>
            <a:off x="2265520" y="4369208"/>
            <a:ext cx="18453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Atlantic Cod</a:t>
            </a:r>
          </a:p>
          <a:p>
            <a:pPr algn="ctr"/>
            <a:r>
              <a:rPr lang="en-US" b="0" i="1" dirty="0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(</a:t>
            </a:r>
            <a:r>
              <a:rPr lang="en-US" b="0" i="1" dirty="0">
                <a:solidFill>
                  <a:srgbClr val="727678"/>
                </a:solidFill>
                <a:effectLst/>
                <a:latin typeface="Open Sans" panose="020B0606030504020204" pitchFamily="34" charset="0"/>
              </a:rPr>
              <a:t>Gadus </a:t>
            </a:r>
            <a:r>
              <a:rPr lang="en-US" b="0" i="1" dirty="0" err="1">
                <a:solidFill>
                  <a:srgbClr val="727678"/>
                </a:solidFill>
                <a:effectLst/>
                <a:latin typeface="Open Sans" panose="020B0606030504020204" pitchFamily="34" charset="0"/>
              </a:rPr>
              <a:t>morhua</a:t>
            </a:r>
            <a:r>
              <a:rPr lang="en-US" b="0" i="1" dirty="0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308D98-B7FC-BAE9-C853-677A73401834}"/>
              </a:ext>
            </a:extLst>
          </p:cNvPr>
          <p:cNvSpPr txBox="1"/>
          <p:nvPr/>
        </p:nvSpPr>
        <p:spPr>
          <a:xfrm>
            <a:off x="8615709" y="4936326"/>
            <a:ext cx="1208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Fish</a:t>
            </a:r>
          </a:p>
          <a:p>
            <a:pPr algn="ctr"/>
            <a:r>
              <a:rPr lang="en-US" sz="1400" b="0" i="1" dirty="0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(</a:t>
            </a:r>
            <a:r>
              <a:rPr lang="en-US" sz="1400" b="0" i="1" dirty="0">
                <a:solidFill>
                  <a:srgbClr val="727678"/>
                </a:solidFill>
                <a:effectLst/>
                <a:latin typeface="Open Sans" panose="020B0606030504020204" pitchFamily="34" charset="0"/>
              </a:rPr>
              <a:t>fancy name</a:t>
            </a:r>
            <a:r>
              <a:rPr lang="en-US" sz="1400" b="0" i="1" dirty="0">
                <a:solidFill>
                  <a:srgbClr val="727678"/>
                </a:solidFill>
                <a:effectLst/>
                <a:latin typeface="Open Sans" panose="020F0502020204030204" pitchFamily="34" charset="0"/>
              </a:rPr>
              <a:t>)</a:t>
            </a:r>
            <a:endParaRPr lang="en-US" sz="1400" dirty="0"/>
          </a:p>
        </p:txBody>
      </p:sp>
      <p:pic>
        <p:nvPicPr>
          <p:cNvPr id="3" name="Picture 2" descr="A fish with a black background&#10;&#10;Description automatically generated">
            <a:extLst>
              <a:ext uri="{FF2B5EF4-FFF2-40B4-BE49-F238E27FC236}">
                <a16:creationId xmlns:a16="http://schemas.microsoft.com/office/drawing/2014/main" id="{164FC32E-7523-66E6-EB17-4A1957668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53" b="19875"/>
          <a:stretch/>
        </p:blipFill>
        <p:spPr>
          <a:xfrm>
            <a:off x="365717" y="1961388"/>
            <a:ext cx="5644983" cy="229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64F3A3A-2E61-AE1C-5793-5B9A0074414F}"/>
              </a:ext>
            </a:extLst>
          </p:cNvPr>
          <p:cNvSpPr/>
          <p:nvPr/>
        </p:nvSpPr>
        <p:spPr>
          <a:xfrm>
            <a:off x="1208087" y="1359951"/>
            <a:ext cx="4343400" cy="43434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4359E12-1E98-5B51-35D9-1CABB221DEEF}"/>
              </a:ext>
            </a:extLst>
          </p:cNvPr>
          <p:cNvSpPr/>
          <p:nvPr/>
        </p:nvSpPr>
        <p:spPr>
          <a:xfrm>
            <a:off x="6918070" y="581785"/>
            <a:ext cx="4767962" cy="493204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logo with a cloud in the water&#10;&#10;Description automatically generated">
            <a:extLst>
              <a:ext uri="{FF2B5EF4-FFF2-40B4-BE49-F238E27FC236}">
                <a16:creationId xmlns:a16="http://schemas.microsoft.com/office/drawing/2014/main" id="{BBCA24FD-8536-95C0-D45F-AFC3AAEE6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912" y="581786"/>
            <a:ext cx="4514850" cy="451485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EEE0302-D9E2-354B-F8C6-9F115D1C8E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" t="3632" r="6070" b="13696"/>
          <a:stretch/>
        </p:blipFill>
        <p:spPr bwMode="auto">
          <a:xfrm>
            <a:off x="1457272" y="2609246"/>
            <a:ext cx="3845031" cy="163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945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and thermometer&#10;&#10;Description automatically generated">
            <a:extLst>
              <a:ext uri="{FF2B5EF4-FFF2-40B4-BE49-F238E27FC236}">
                <a16:creationId xmlns:a16="http://schemas.microsoft.com/office/drawing/2014/main" id="{08E25FDB-0ED4-3E1E-724E-5B6A3F752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841" y="1359951"/>
            <a:ext cx="4138098" cy="4138098"/>
          </a:xfrm>
          <a:prstGeom prst="rect">
            <a:avLst/>
          </a:prstGeom>
        </p:spPr>
      </p:pic>
      <p:pic>
        <p:nvPicPr>
          <p:cNvPr id="4" name="Picture 3" descr="A logo with fish and boat&#10;&#10;Description automatically generated">
            <a:extLst>
              <a:ext uri="{FF2B5EF4-FFF2-40B4-BE49-F238E27FC236}">
                <a16:creationId xmlns:a16="http://schemas.microsoft.com/office/drawing/2014/main" id="{78970D81-4C51-BA07-1247-B43AC9A19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7" t="12932" r="14089" b="14933"/>
          <a:stretch/>
        </p:blipFill>
        <p:spPr>
          <a:xfrm>
            <a:off x="6608990" y="668515"/>
            <a:ext cx="4574060" cy="456949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4381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sh on a computer screen&#10;&#10;Description automatically generated">
            <a:extLst>
              <a:ext uri="{FF2B5EF4-FFF2-40B4-BE49-F238E27FC236}">
                <a16:creationId xmlns:a16="http://schemas.microsoft.com/office/drawing/2014/main" id="{FF62E25A-DAA6-7D08-821C-8D9EE23498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76" t="5398" r="17424" b="32963"/>
          <a:stretch/>
        </p:blipFill>
        <p:spPr>
          <a:xfrm>
            <a:off x="1208087" y="1359952"/>
            <a:ext cx="4343400" cy="4343399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164F3A3A-2E61-AE1C-5793-5B9A0074414F}"/>
              </a:ext>
            </a:extLst>
          </p:cNvPr>
          <p:cNvSpPr/>
          <p:nvPr/>
        </p:nvSpPr>
        <p:spPr>
          <a:xfrm>
            <a:off x="1208087" y="1359951"/>
            <a:ext cx="4343400" cy="4343400"/>
          </a:xfrm>
          <a:prstGeom prst="flowChartConnector">
            <a:avLst/>
          </a:prstGeom>
          <a:noFill/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6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24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behan</dc:creator>
  <cp:lastModifiedBy>jamie behan</cp:lastModifiedBy>
  <cp:revision>5</cp:revision>
  <dcterms:created xsi:type="dcterms:W3CDTF">2024-09-03T19:31:25Z</dcterms:created>
  <dcterms:modified xsi:type="dcterms:W3CDTF">2024-09-04T17:28:23Z</dcterms:modified>
</cp:coreProperties>
</file>